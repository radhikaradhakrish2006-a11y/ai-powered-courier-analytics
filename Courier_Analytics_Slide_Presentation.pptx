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Vanakkam. Ennoda summer internship project: AI-Powered Courier Delivery Performance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Indha presentation-la intha order-la explain panren.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Courier companies-ku daily ayiram orders. Delay reason theriyanum, agents-a compare pannanum. Adhukku intha Streamlit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objective: manual work kuraikkanum, proactive-a delay-a handle pannanum.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Astonish Infotech-la 01.06.2026 to 30.06.2026 internship panninen.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ippo irukkura prachanai. Right: namma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→ feature engineering → ML models → 3 outputs → Streamlit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Ovvoru technology-um enna kaaranathukku use pannen nu sollunga.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illa, so Python script-la realistic synthetic data generate pannen.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main logic: score formula, delay prediction, anomaly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2000 orders, only 44.8% on-time, 1038 delayed, 37.6 min average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Agent_20 top score 52.75, 80.77% on-time. Weak agents low on-time and high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high-na 40 min, low-na 10 min. Storm-la 42 min, clear-la 14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new order-ku delay predict. Right: 58 of 1,933 deliveries outliers-a flag aagi irukku.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Mudivu: manual work-a automate pannum proactive tool.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SUMMER INTERNSHIP PROJECT  |  CourierIQ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Courier Delivery Performance Analytics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Streamlit  •  Pandas  •  Plotly  •  Scikit-learn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RADHIKA R  (810023104056)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College of Engineering (BIT Campus), Anna University, Tiruchirappalli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C0"/>
          <p:cNvSpPr/>
          <p:nvPr/>
        </p:nvSpPr>
        <p:spPr>
          <a:xfrm>
            <a:off x="457200" y="1188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500" dirty="0"/>
          </a:p>
        </p:txBody>
      </p:sp>
      <p:sp>
        <p:nvSpPr>
          <p:cNvPr id="9" name="C1"/>
          <p:cNvSpPr/>
          <p:nvPr/>
        </p:nvSpPr>
        <p:spPr>
          <a:xfrm>
            <a:off x="457200" y="2057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057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500" dirty="0"/>
          </a:p>
        </p:txBody>
      </p:sp>
      <p:sp>
        <p:nvSpPr>
          <p:cNvPr id="12" name="C2"/>
          <p:cNvSpPr/>
          <p:nvPr/>
        </p:nvSpPr>
        <p:spPr>
          <a:xfrm>
            <a:off x="457200" y="29260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926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500" dirty="0"/>
          </a:p>
        </p:txBody>
      </p:sp>
      <p:sp>
        <p:nvSpPr>
          <p:cNvPr id="15" name="C3"/>
          <p:cNvSpPr/>
          <p:nvPr/>
        </p:nvSpPr>
        <p:spPr>
          <a:xfrm>
            <a:off x="457200" y="37947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79476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794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 &amp; Technologies</a:t>
            </a:r>
            <a:endParaRPr lang="en-US" sz="1500" dirty="0"/>
          </a:p>
        </p:txBody>
      </p:sp>
      <p:sp>
        <p:nvSpPr>
          <p:cNvPr id="18" name="C4"/>
          <p:cNvSpPr/>
          <p:nvPr/>
        </p:nvSpPr>
        <p:spPr>
          <a:xfrm>
            <a:off x="4663440" y="11887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500" dirty="0"/>
          </a:p>
        </p:txBody>
      </p:sp>
      <p:sp>
        <p:nvSpPr>
          <p:cNvPr id="21" name="C5"/>
          <p:cNvSpPr/>
          <p:nvPr/>
        </p:nvSpPr>
        <p:spPr>
          <a:xfrm>
            <a:off x="4663440" y="20574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20574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394960" y="2057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(5 pages)</a:t>
            </a:r>
            <a:endParaRPr lang="en-US" sz="1500" dirty="0"/>
          </a:p>
        </p:txBody>
      </p:sp>
      <p:sp>
        <p:nvSpPr>
          <p:cNvPr id="24" name="C6"/>
          <p:cNvSpPr/>
          <p:nvPr/>
        </p:nvSpPr>
        <p:spPr>
          <a:xfrm>
            <a:off x="4663440" y="29260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46320" y="292608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Conclusion &amp;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Intro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firms handle thousands of orders across different distances, traffic and weather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reports are slow, error-prone and only look backwards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CourierIQ is a Streamlit dashboard that monitors, ranks, predicts and alerts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synthetic dataset of 2,000 orders handled by 25 agents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pages: Overview, Agent Performance, Delay Analysis, Predict New Order, Anomaly Alerts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L4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R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dashboard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ranking by weighted score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analysis by traffic, weather, hour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charts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for a new order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delay in minutes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anomalous deliveries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dark-themed UI, no coding needed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L5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R5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Astonish Infotech Pvt. Ltd.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&amp; software development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Tiruchirappalli, Tamil Nadu (since 2010)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and internships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reliable, user-friendly software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internship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01.06.2026 – 30.06.2026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Courier Delivery Analytics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Python, Streamlit, ML integration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the full SDLC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L6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R6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reporting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KPIs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single-measure agent evaluation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causes unknown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– no prediction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anomaly detection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interactive dashboard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charts, leaderboard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performance score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weather / hour analysis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 before dispatch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 for review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6" name="Image 0" descr="Block diagram of the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4015" y="1005840"/>
            <a:ext cx="2775969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4.1 – Block diagram of the system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0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2606040" cy="64008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300" dirty="0"/>
          </a:p>
        </p:txBody>
      </p:sp>
      <p:sp>
        <p:nvSpPr>
          <p:cNvPr id="10" name="T1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188720"/>
            <a:ext cx="260604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+ custom dark CSS</a:t>
            </a:r>
            <a:endParaRPr lang="en-US" sz="1300" dirty="0"/>
          </a:p>
        </p:txBody>
      </p:sp>
      <p:sp>
        <p:nvSpPr>
          <p:cNvPr id="14" name="T2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18872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18" name="T3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926080"/>
            <a:ext cx="2606040" cy="64008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300" dirty="0"/>
          </a:p>
        </p:txBody>
      </p:sp>
      <p:sp>
        <p:nvSpPr>
          <p:cNvPr id="22" name="T4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46120" y="2926080"/>
            <a:ext cx="2606040" cy="640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290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34290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Classifier, regressor, anomaly model</a:t>
            </a:r>
            <a:endParaRPr lang="en-US" sz="1300" dirty="0"/>
          </a:p>
        </p:txBody>
      </p:sp>
      <p:sp>
        <p:nvSpPr>
          <p:cNvPr id="26" name="T5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35040" y="292608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trained models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VS Code  •  pip / venv  •  Google Chrome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(generate_data.py)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1"/>
          <p:cNvSpPr/>
          <p:nvPr/>
        </p:nvSpPr>
        <p:spPr>
          <a:xfrm>
            <a:off x="457200" y="1097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15214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5361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9" name="S2"/>
          <p:cNvSpPr/>
          <p:nvPr/>
        </p:nvSpPr>
        <p:spPr>
          <a:xfrm>
            <a:off x="2514600" y="1097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24328" y="115214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624328" y="15361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agents</a:t>
            </a:r>
            <a:endParaRPr lang="en-US" sz="1100" dirty="0"/>
          </a:p>
        </p:txBody>
      </p:sp>
      <p:sp>
        <p:nvSpPr>
          <p:cNvPr id="12" name="S3"/>
          <p:cNvSpPr/>
          <p:nvPr/>
        </p:nvSpPr>
        <p:spPr>
          <a:xfrm>
            <a:off x="4572000" y="1097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81728" y="115214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153619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5" name="S4"/>
          <p:cNvSpPr/>
          <p:nvPr/>
        </p:nvSpPr>
        <p:spPr>
          <a:xfrm>
            <a:off x="6629400" y="109728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39128" y="1152144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739128" y="153619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8" name="Fields"/>
          <p:cNvSpPr/>
          <p:nvPr/>
        </p:nvSpPr>
        <p:spPr>
          <a:xfrm>
            <a:off x="457200" y="20574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5603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agent_id, agent_name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expected / actual 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 (1–30 km)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traffic_condition: Low / Medium / High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weather: Clear / Rain / Storm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delivery_status, delay_minutes, rating</a:t>
            </a:r>
            <a:endParaRPr lang="en-US" sz="1250" dirty="0"/>
          </a:p>
        </p:txBody>
      </p:sp>
      <p:sp>
        <p:nvSpPr>
          <p:cNvPr id="21" name="Sim"/>
          <p:cNvSpPr/>
          <p:nvPr/>
        </p:nvSpPr>
        <p:spPr>
          <a:xfrm>
            <a:off x="4663440" y="205740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simulated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25603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time = 3 min per km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weather multipliers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speed factor + random noise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&gt; 10 min = Delayed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3% marked Failed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Algorithms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M0"/>
          <p:cNvSpPr/>
          <p:nvPr/>
        </p:nvSpPr>
        <p:spPr>
          <a:xfrm>
            <a:off x="45720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2606040" cy="64008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8308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 = on-time ÷ total × 100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0.5 × on-time rate + 0.3 × (10 × rating) – 0.2 × avg delay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high → low</a:t>
            </a:r>
            <a:endParaRPr lang="en-US" sz="1250" dirty="0"/>
          </a:p>
        </p:txBody>
      </p:sp>
      <p:sp>
        <p:nvSpPr>
          <p:cNvPr id="10" name="M1"/>
          <p:cNvSpPr/>
          <p:nvPr/>
        </p:nvSpPr>
        <p:spPr>
          <a:xfrm>
            <a:off x="324612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9728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prediction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78308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distance, hour, traffic, weather, agent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→ On-Time / Delayed + confidence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→ delay minutes</a:t>
            </a:r>
            <a:endParaRPr lang="en-US" sz="1250" dirty="0"/>
          </a:p>
        </p:txBody>
      </p:sp>
      <p:sp>
        <p:nvSpPr>
          <p:cNvPr id="14" name="M2"/>
          <p:cNvSpPr/>
          <p:nvPr/>
        </p:nvSpPr>
        <p:spPr>
          <a:xfrm>
            <a:off x="603504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1097280"/>
            <a:ext cx="26060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783080"/>
            <a:ext cx="22860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Failed orders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= distance ÷ duration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labels outliers (–1)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flagged for review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 – Overview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pic>
        <p:nvPicPr>
          <p:cNvPr id="6" name="Image 0" descr="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492108"/>
          </a:xfrm>
          <a:prstGeom prst="rect">
            <a:avLst/>
          </a:prstGeom>
        </p:spPr>
      </p:pic>
      <p:sp>
        <p:nvSpPr>
          <p:cNvPr id="7" name="K0"/>
          <p:cNvSpPr/>
          <p:nvPr/>
        </p:nvSpPr>
        <p:spPr>
          <a:xfrm>
            <a:off x="6126480" y="10972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36208" y="115214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236208" y="15361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K1"/>
          <p:cNvSpPr/>
          <p:nvPr/>
        </p:nvSpPr>
        <p:spPr>
          <a:xfrm>
            <a:off x="6126480" y="1810512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36208" y="1865376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236208" y="224942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100" dirty="0"/>
          </a:p>
        </p:txBody>
      </p:sp>
      <p:sp>
        <p:nvSpPr>
          <p:cNvPr id="13" name="K2"/>
          <p:cNvSpPr/>
          <p:nvPr/>
        </p:nvSpPr>
        <p:spPr>
          <a:xfrm>
            <a:off x="6126480" y="2523744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36208" y="2578608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1038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236208" y="296265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100" dirty="0"/>
          </a:p>
        </p:txBody>
      </p:sp>
      <p:sp>
        <p:nvSpPr>
          <p:cNvPr id="16" name="K3"/>
          <p:cNvSpPr/>
          <p:nvPr/>
        </p:nvSpPr>
        <p:spPr>
          <a:xfrm>
            <a:off x="6126480" y="3236976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36208" y="329184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 min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236208" y="367588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</a:t>
            </a:r>
            <a:endParaRPr lang="en-US" sz="1100" dirty="0"/>
          </a:p>
        </p:txBody>
      </p:sp>
      <p:sp>
        <p:nvSpPr>
          <p:cNvPr id="19" name="K4"/>
          <p:cNvSpPr/>
          <p:nvPr/>
        </p:nvSpPr>
        <p:spPr>
          <a:xfrm>
            <a:off x="6126480" y="3950208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36208" y="40050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 / 5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236208" y="438912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split: 44.8% on-time • 51.9% delayed • 3.35% failed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 – Agent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pic>
        <p:nvPicPr>
          <p:cNvPr id="6" name="Image 0" descr="Agent performance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492108"/>
          </a:xfrm>
          <a:prstGeom prst="rect">
            <a:avLst/>
          </a:prstGeom>
        </p:spPr>
      </p:pic>
      <p:sp>
        <p:nvSpPr>
          <p:cNvPr id="7" name="Top"/>
          <p:cNvSpPr/>
          <p:nvPr/>
        </p:nvSpPr>
        <p:spPr>
          <a:xfrm>
            <a:off x="6080760" y="109728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agents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169164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Agent_20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52.75 • 80.8% on-time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Agent_2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52.53 • 80.9% on-time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Agent_13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51.77 • 79.5% on-time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263640" y="3611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ranks all 25 agents in a full leaderboard table.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3 – Delay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pic>
        <p:nvPicPr>
          <p:cNvPr id="6" name="Image 0" descr="Delay analysis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94960" cy="2492108"/>
          </a:xfrm>
          <a:prstGeom prst="rect">
            <a:avLst/>
          </a:prstGeom>
        </p:spPr>
      </p:pic>
      <p:sp>
        <p:nvSpPr>
          <p:cNvPr id="7" name="D0"/>
          <p:cNvSpPr/>
          <p:nvPr/>
        </p:nvSpPr>
        <p:spPr>
          <a:xfrm>
            <a:off x="6126480" y="10972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36208" y="115214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 min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236208" y="153619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– High traffic</a:t>
            </a:r>
            <a:endParaRPr lang="en-US" sz="1100" dirty="0"/>
          </a:p>
        </p:txBody>
      </p:sp>
      <p:sp>
        <p:nvSpPr>
          <p:cNvPr id="10" name="D1"/>
          <p:cNvSpPr/>
          <p:nvPr/>
        </p:nvSpPr>
        <p:spPr>
          <a:xfrm>
            <a:off x="6126480" y="196596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36208" y="202082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min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236208" y="240487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– Low traffic</a:t>
            </a:r>
            <a:endParaRPr lang="en-US" sz="1100" dirty="0"/>
          </a:p>
        </p:txBody>
      </p:sp>
      <p:sp>
        <p:nvSpPr>
          <p:cNvPr id="13" name="D2"/>
          <p:cNvSpPr/>
          <p:nvPr/>
        </p:nvSpPr>
        <p:spPr>
          <a:xfrm>
            <a:off x="6126480" y="283464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36208" y="288950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 min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236208" y="32735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– Storm</a:t>
            </a:r>
            <a:endParaRPr lang="en-US" sz="1100" dirty="0"/>
          </a:p>
        </p:txBody>
      </p:sp>
      <p:sp>
        <p:nvSpPr>
          <p:cNvPr id="16" name="D3"/>
          <p:cNvSpPr/>
          <p:nvPr/>
        </p:nvSpPr>
        <p:spPr>
          <a:xfrm>
            <a:off x="6126480" y="370332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36208" y="37581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min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6236208" y="414223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– Clear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shows no single dominant peak.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4 – Predict &amp; Anomaly Alerts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pic>
        <p:nvPicPr>
          <p:cNvPr id="6" name="Image 0" descr="Predict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1858521"/>
          </a:xfrm>
          <a:prstGeom prst="rect">
            <a:avLst/>
          </a:prstGeom>
        </p:spPr>
      </p:pic>
      <p:pic>
        <p:nvPicPr>
          <p:cNvPr id="7" name="Image 1" descr="Anomaly alerts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858521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3138681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New Order: distance, hour, traffic, weather, agent → status, confidence, est. delay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4663440" y="3138681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Alerts: 58 / 1,933 (3.0%) flagged for manual review, not confirmed fraud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A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" cy="45720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L15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7" name="R15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162036"/>
          </a:solidFill>
          <a:ln w="12700">
            <a:solidFill>
              <a:srgbClr val="2A3A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delivery analytics dashboard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and weather are main delay causes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objective agent ranking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delays before dispatch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modules tested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via APIs / GPS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role-based login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optimisation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 / weather APIs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e-mail alerts, cloud deploy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Courier Delivery Performance Analytics</dc:title>
  <dc:subject>PptxGenJS Presentation</dc:subject>
  <dc:creator>Radhika R</dc:creator>
  <cp:lastModifiedBy>Radhika R</cp:lastModifiedBy>
  <cp:revision>1</cp:revision>
  <dcterms:created xsi:type="dcterms:W3CDTF">2026-10-28T03:43:41Z</dcterms:created>
  <dcterms:modified xsi:type="dcterms:W3CDTF">2026-10-28T03:43:41Z</dcterms:modified>
</cp:coreProperties>
</file>